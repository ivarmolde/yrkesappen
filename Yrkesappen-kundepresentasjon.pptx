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Åpne med verdien: mindre tid på produksjon, mer tid til undervisning.,- Fortell at løsningen er utviklet med lærere og for lærere.,- Poengter at dette ikke erstatter lærerrollen, men forsterker 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Bruk et konkret eksempel fra hverdagen: én undervisningsøkt kan ta flere timer å forberede.,- Vis at problemet ikke er lærernes faglighet, men tidspress og fragmenterte verktøy.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Forklar at alt henger sammen: samme innhold brukes i alle formater.,- Dette gir rød tråd i undervisningen og mindre forvirring for elevene.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Beskriv hvordan variasjon i oppgavetyper øker aktivitet og mestring.,- Forklar at direkte tilbakemelding i HTML gjør vurdering og oppfølging enklere.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Unngå teknisk sjargong. Selg trygghet: "Dette fungerer stabilt i en travel skolehverdag.",- Poengter at sikkerhet og stabilitet er bygget inn, ikke lagt til i etterkant.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 et enkelt regnestykke: spart tid per uke per lærer.,- Forklar at gevinsten er både økonomisk og pedagogisk.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Avslutt med en tydelig CTA: "La oss kjøre en pilot med deres fagområde.",- Foreslå konkret neste møte med mål, tidslinje og suksesskriterier.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0789920" cy="4389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258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Yrkesappen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planlegging til ferdig undervisning på under 1 minutt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Pedagogisk kvalitet + teknisk stabilitet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Utfordringen i dag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skoler og lærere bruker tid på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Lærere lager ofte materiell manuelt i flere verktøy.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tar tid a lage tekster, oppgaver, ordlister og presentasjoner.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Nivåtilpasning (A1-B2) og morsmålsstøtte blir ofte ujevn.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Resultat: Mindre tid til undervisning, mer tid til produksjon.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0" y="1645920"/>
            <a:ext cx="2926080" cy="1920240"/>
          </a:xfrm>
          <a:prstGeom prst="roundRect">
            <a:avLst/>
          </a:prstGeom>
          <a:solidFill>
            <a:srgbClr val="FFE7E9"/>
          </a:solidFill>
          <a:ln w="12700">
            <a:solidFill>
              <a:srgbClr val="F4B7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19202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Tidstap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A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varierende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A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kvalitet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Løsningen: Yrkesappen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klikk -&gt; komplette undervisningsressurser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Genererer Word-hefte, PowerPoint og interaktiv HTML fra samme faglige kjerne.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Stotter CEFR-niva A1, A2, B1, B2 med tydelig progresjon.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Språkstøtte med ordlisteforklaring på norsk + valgt hjelpespråk.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Ferdig materiell til klassebruk, storskjerm og individuell trening.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1645920"/>
            <a:ext cx="3200400" cy="228600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19202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arbeidsflyt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dobbeltarbeid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Pedagogisk design i praksis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Bygget for laringsutbytte og klasseflyt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+ oppgaver henger sammen, sa eleven trener pa relevant innhold.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Variasjon i oppgavetyper gir bedre mestring og motivasjon.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 riktig/feil-tilbakemelding i HTML styrker egenvurdering.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Klarsprak, tydelig progresjon og struktur for nybegynnere til viderekomne.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1737360"/>
            <a:ext cx="3383280" cy="2377440"/>
          </a:xfrm>
          <a:prstGeom prst="roundRect">
            <a:avLst/>
          </a:prstGeom>
          <a:solidFill>
            <a:srgbClr val="FFF7E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41080" y="19659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Pedagogisk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tvers av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formater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forklart enkelt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sikker og enkel å drifte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Systemet kvalitetssikrer alltid data før noe genereres, så resultatene blir stabile.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beskytter API-et mot overbelastning.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Helse-sjekk gjør drift og overvåking enklere i produksjon.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Modulær arkitektur gir raskere feilretting og tryggere videreutvikling.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1737360"/>
            <a:ext cx="3383280" cy="237744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41080" y="20116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Teknisk kvalitet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D3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 teknisk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D3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D3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brukeren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Forretningsverdi for kunden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dette er et godt kjop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Mindre tidsbruk pa materiellproduksjon = mer tid til elevoppfolging.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Hoyere kvalitet og jevnere standard i undervisningen.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Skalerbar losning for enkeltlarere og hele skoler/kommuner.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Rask implementering: krever minimal opplaering for oppstart.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1737360"/>
            <a:ext cx="3383280" cy="2560320"/>
          </a:xfrm>
          <a:prstGeom prst="roundRect">
            <a:avLst/>
          </a:prstGeom>
          <a:solidFill>
            <a:srgbClr val="E8F8EE"/>
          </a:solidFill>
          <a:ln w="12700">
            <a:solidFill>
              <a:srgbClr val="B7E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41080" y="201168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tid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9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Bedre kvalitet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9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Sterkere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9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laringsresultat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5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for neste steg?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| Pilot | Innføring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0" y="3017520"/>
            <a:ext cx="7040880" cy="13716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0" y="338328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Yrkesappen gir pedagogisk kraft i hverdagen – med stabil teknologi i bunn.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Molde voksenopplæringssenter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Yrkesappen – pedagogisk og teknisk oversikt</dc:title>
  <dc:subject>Produktpresentasjon</dc:subject>
  <dc:creator>Yrkesappen</dc:creator>
  <cp:lastModifiedBy>Yrkesappen</cp:lastModifiedBy>
  <cp:revision>1</cp:revision>
  <dcterms:created xsi:type="dcterms:W3CDTF">2026-04-29T18:06:31Z</dcterms:created>
  <dcterms:modified xsi:type="dcterms:W3CDTF">2026-04-29T18:06:31Z</dcterms:modified>
</cp:coreProperties>
</file>